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62" r:id="rId1"/>
  </p:sldMasterIdLst>
  <p:notesMasterIdLst>
    <p:notesMasterId r:id="rId13"/>
  </p:notesMasterIdLst>
  <p:sldIdLst>
    <p:sldId id="257" r:id="rId2"/>
    <p:sldId id="258" r:id="rId3"/>
    <p:sldId id="281" r:id="rId4"/>
    <p:sldId id="283" r:id="rId5"/>
    <p:sldId id="282" r:id="rId6"/>
    <p:sldId id="284" r:id="rId7"/>
    <p:sldId id="285" r:id="rId8"/>
    <p:sldId id="286" r:id="rId9"/>
    <p:sldId id="287" r:id="rId10"/>
    <p:sldId id="288" r:id="rId11"/>
    <p:sldId id="280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837"/>
    <p:restoredTop sz="96604"/>
  </p:normalViewPr>
  <p:slideViewPr>
    <p:cSldViewPr snapToGrid="0" snapToObjects="1">
      <p:cViewPr varScale="1">
        <p:scale>
          <a:sx n="134" d="100"/>
          <a:sy n="134" d="100"/>
        </p:scale>
        <p:origin x="81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D0AF53-9AF2-214A-92A8-DA7D510607BF}" type="datetimeFigureOut">
              <a:rPr lang="en-US" smtClean="0"/>
              <a:t>6/3/25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C57447-0CDB-8046-AA5B-E891C63F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72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45E21-2E43-E3F1-BE76-5C9FE34D61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83A8E7-6768-6585-7E6D-03F0B8A5DE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09AFC-2843-7D53-CFFF-7239BC787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FDC4A-7696-4006-5216-788CA83A3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26E64-3503-5599-1217-CF97397F5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989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7C58A-41CD-54D2-740D-8509FFF8A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C7F09-E7C9-C8D2-2311-F9789B831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5B095-7BCB-D7E1-597C-65CC4A2BE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F99AC-DC7A-E1EA-0D80-CAA01DFB0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46EFC-7579-4190-B9EE-23510A1BE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959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C5BF3-F441-C02D-DD0F-AF9324491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84869-2F07-F9E7-AB4E-88F4E846F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CCA3F-B5B7-3E3B-47E4-F954AD39A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5F649-4728-3CEB-3CA3-A493DD0A2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E04A5-D3D8-38BA-A018-E5B14381B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647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18548-3195-87F0-7B23-95FE63A7B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B5E25-851F-4156-1880-388621991F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73C181-D3FA-3A6B-8F43-BFF468042E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519784-97D6-824E-E037-9F78464B7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FE45A0-CDE0-BE7C-7E11-4A3E55E76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81D606-363F-FE17-8931-B8F2BADFD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092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89B74-CE70-0D6E-3515-1C6EB637D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C7BFF-5EBE-65A5-3B06-880CABD72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1839C-D050-37F9-8203-C8F7239971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F58C44-E1DF-E481-AEB1-E86081F1E8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9A4ED3-A12D-D339-7592-1EA2BF739F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FDC28C-E2F9-25A8-EA30-BEAB60E82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2755C0-2791-B59C-4DB1-46F88538C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B2E42E-F3DB-C1C1-8155-7C023C42C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858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C4EB3-B397-36F9-ADD9-0325FA0A7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E55F62-97BB-DBAC-5068-0A2208D8B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634C57-74F6-9E4F-9201-4E0764D5B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5B0907-7E42-046A-5F95-7E3B04B98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562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327974-9599-3561-182A-F3EFEC90D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67D710-C014-0B80-D62D-87C4EE036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B3D6F-1D7F-3863-7227-DAE0D0198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503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050AA-A0C5-CAF6-4514-FB4EA8E92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5D41C-3E48-96A0-FC6B-8E113A10F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A4CF1-5CC3-7913-E10C-BA2E76030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66DB8C-01E5-BD26-94AE-5F14BE30C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C4F517-EFB4-F874-674E-0E2ABE983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67D0F-36D8-BCAB-F527-455E2D370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583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9B91E-3F03-9F43-622F-3FE730871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72806E-363A-BC5E-D411-90E9FAD7DC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7F1A86-B492-1EB7-C934-3C603D9214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AA6C97-F47F-2859-1D69-BC1AA8C31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3C170F-69BC-45A2-9000-7CFAA6587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EAA8D7-18C1-3E3A-3E49-03D71DFE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222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012A3-88AD-5EC5-7005-CA402FE50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02C258-7DDE-4DB7-00F7-7781D1F43A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F60B4-6E97-0D44-3038-4E6DCF6E8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51BC5-4A94-667E-7752-3EB84149F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EB61F-0933-28D6-83B3-BA5E96C98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831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A462F4-B4FF-4E1A-E88E-9DA98E8644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3E46B8-07D0-5ACF-7EE5-E4ECD1B36D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CDB16-A63E-CFF1-29AE-95DC3B9E6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3ECA8-9677-0D8A-4C56-4FA5C6DB7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DDED3-4319-0F4D-7513-532FC435B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768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2904EB-840D-E120-7DD8-6814FAA4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B3758-AF2A-C596-345D-F55893DA3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888B3-400E-7576-BA11-93F55CD9EF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182DC-59D4-4680-F048-929DFCA3C1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06EA5-FB99-9718-35D8-BAF0020118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830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3" r:id="rId1"/>
    <p:sldLayoutId id="2147484064" r:id="rId2"/>
    <p:sldLayoutId id="2147484065" r:id="rId3"/>
    <p:sldLayoutId id="2147484066" r:id="rId4"/>
    <p:sldLayoutId id="2147484067" r:id="rId5"/>
    <p:sldLayoutId id="2147484068" r:id="rId6"/>
    <p:sldLayoutId id="2147484069" r:id="rId7"/>
    <p:sldLayoutId id="2147484070" r:id="rId8"/>
    <p:sldLayoutId id="2147484071" r:id="rId9"/>
    <p:sldLayoutId id="2147484072" r:id="rId10"/>
    <p:sldLayoutId id="214748407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Day 1 - Intro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UMN CSS Workshop 2025</a:t>
            </a:r>
          </a:p>
          <a:p>
            <a:r>
              <a:rPr dirty="0"/>
              <a:t>Instructor: Alvin Zhou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Location: 32 Murphy Hall (basement)</a:t>
            </a:r>
          </a:p>
          <a:p>
            <a:r>
              <a:rPr lang="en-US" dirty="0"/>
              <a:t>Dates: June 2 Monday - June 6 Friday, and then June 9 Monday - June 10 Tuesday</a:t>
            </a:r>
          </a:p>
          <a:p>
            <a:r>
              <a:rPr lang="en-US" dirty="0"/>
              <a:t>Time: 9am-12pm (mostly lecture) | 1 hour lunch break | 1pm-4pm (mostly coding lab)</a:t>
            </a:r>
          </a:p>
          <a:p>
            <a:endParaRPr lang="en-US" dirty="0"/>
          </a:p>
          <a:p>
            <a:r>
              <a:rPr lang="en-US" dirty="0"/>
              <a:t>We may end early for mornings and afternoons if the content finishes early</a:t>
            </a:r>
          </a:p>
          <a:p>
            <a:r>
              <a:rPr lang="en-US" dirty="0"/>
              <a:t>Especially for afternoons, if you and your group finish coding tasks early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25686-D0A1-5EF4-C7BF-7B5F8E7B4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20DF3-D51D-1C73-4013-1480A2627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96BC5-99A6-892F-24CF-951BA85DA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669030" cy="4351338"/>
          </a:xfrm>
        </p:spPr>
        <p:txBody>
          <a:bodyPr>
            <a:normAutofit/>
          </a:bodyPr>
          <a:lstStyle/>
          <a:p>
            <a:r>
              <a:rPr lang="en-US" dirty="0"/>
              <a:t>Group 1</a:t>
            </a:r>
          </a:p>
          <a:p>
            <a:pPr lvl="1"/>
            <a:r>
              <a:rPr lang="en-US" dirty="0"/>
              <a:t>Gretchen Corcoran</a:t>
            </a:r>
          </a:p>
          <a:p>
            <a:pPr lvl="1"/>
            <a:r>
              <a:rPr lang="en-US" dirty="0"/>
              <a:t>Jikai Sun</a:t>
            </a:r>
          </a:p>
          <a:p>
            <a:pPr lvl="1"/>
            <a:r>
              <a:rPr lang="en-US" dirty="0"/>
              <a:t>Shreepriya Dogra</a:t>
            </a:r>
          </a:p>
          <a:p>
            <a:pPr lvl="1"/>
            <a:r>
              <a:rPr lang="en-US" dirty="0" err="1"/>
              <a:t>Jialu</a:t>
            </a:r>
            <a:r>
              <a:rPr lang="en-US" dirty="0"/>
              <a:t> Fan</a:t>
            </a:r>
          </a:p>
          <a:p>
            <a:r>
              <a:rPr lang="en-US" dirty="0"/>
              <a:t>Group 2</a:t>
            </a:r>
          </a:p>
          <a:p>
            <a:pPr lvl="1"/>
            <a:r>
              <a:rPr lang="en-US" dirty="0"/>
              <a:t>Jiacheng Huang</a:t>
            </a:r>
          </a:p>
          <a:p>
            <a:pPr lvl="1"/>
            <a:r>
              <a:rPr lang="en-US" dirty="0"/>
              <a:t>Paulina Vergara Buitrago</a:t>
            </a:r>
          </a:p>
          <a:p>
            <a:pPr lvl="1"/>
            <a:r>
              <a:rPr lang="en-US" dirty="0"/>
              <a:t>Jong Won Lee</a:t>
            </a:r>
          </a:p>
          <a:p>
            <a:pPr lvl="1"/>
            <a:r>
              <a:rPr lang="en-US" dirty="0"/>
              <a:t>Eun Sun Kyoung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25AE864-4C68-99A7-B2CE-9E78C12C31BD}"/>
              </a:ext>
            </a:extLst>
          </p:cNvPr>
          <p:cNvSpPr txBox="1">
            <a:spLocks/>
          </p:cNvSpPr>
          <p:nvPr/>
        </p:nvSpPr>
        <p:spPr>
          <a:xfrm>
            <a:off x="4776978" y="1825625"/>
            <a:ext cx="366903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Group 3</a:t>
            </a:r>
          </a:p>
          <a:p>
            <a:pPr lvl="1"/>
            <a:r>
              <a:rPr lang="en-US" dirty="0"/>
              <a:t>Sijin Chen</a:t>
            </a:r>
          </a:p>
          <a:p>
            <a:pPr lvl="1"/>
            <a:r>
              <a:rPr lang="en-US" dirty="0"/>
              <a:t>Michael Ofori</a:t>
            </a:r>
          </a:p>
          <a:p>
            <a:pPr lvl="1"/>
            <a:r>
              <a:rPr lang="en-US" dirty="0"/>
              <a:t>Jinny Zhang</a:t>
            </a:r>
          </a:p>
          <a:p>
            <a:pPr lvl="1"/>
            <a:r>
              <a:rPr lang="en-US" dirty="0" err="1"/>
              <a:t>Dongwook</a:t>
            </a:r>
            <a:r>
              <a:rPr lang="en-US" dirty="0"/>
              <a:t> Kim</a:t>
            </a:r>
          </a:p>
          <a:p>
            <a:r>
              <a:rPr lang="en-US" dirty="0"/>
              <a:t>Group 4</a:t>
            </a:r>
          </a:p>
          <a:p>
            <a:pPr lvl="1"/>
            <a:r>
              <a:rPr lang="en-US" dirty="0"/>
              <a:t>Raj Wahlquist</a:t>
            </a:r>
          </a:p>
          <a:p>
            <a:pPr lvl="1"/>
            <a:r>
              <a:rPr lang="en-US" dirty="0"/>
              <a:t>Nicole Marie </a:t>
            </a:r>
            <a:r>
              <a:rPr lang="en-US" dirty="0" err="1"/>
              <a:t>Klevanskaya</a:t>
            </a:r>
            <a:endParaRPr lang="en-US" dirty="0"/>
          </a:p>
          <a:p>
            <a:pPr lvl="1"/>
            <a:r>
              <a:rPr lang="en-US" dirty="0"/>
              <a:t>Wenhui Cheng</a:t>
            </a:r>
          </a:p>
          <a:p>
            <a:pPr lvl="1"/>
            <a:r>
              <a:rPr lang="en-US" dirty="0"/>
              <a:t>Rita </a:t>
            </a:r>
            <a:r>
              <a:rPr lang="en-US" dirty="0" err="1"/>
              <a:t>Rongwei</a:t>
            </a:r>
            <a:r>
              <a:rPr lang="en-US" dirty="0"/>
              <a:t> Tang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ADBF076-E960-DF23-3DBF-B8F1A52BA94F}"/>
              </a:ext>
            </a:extLst>
          </p:cNvPr>
          <p:cNvSpPr txBox="1">
            <a:spLocks/>
          </p:cNvSpPr>
          <p:nvPr/>
        </p:nvSpPr>
        <p:spPr>
          <a:xfrm>
            <a:off x="628650" y="5354255"/>
            <a:ext cx="7886700" cy="113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Mixed background and coding skills</a:t>
            </a:r>
          </a:p>
          <a:p>
            <a:r>
              <a:rPr lang="en-US"/>
              <a:t>Group members who are confident in their coding skills, please help other members during the afternoon coding labs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735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A62FE-B8BE-4F76-B187-7DAFC49A1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8D193-2672-BF5F-8D86-E00DDE63C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1 – Welcome and Get Ready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75C81-1795-1BE7-D9CC-DA8750D6B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Morning</a:t>
            </a:r>
          </a:p>
          <a:p>
            <a:pPr lvl="1"/>
            <a:r>
              <a:rPr lang="en-US" dirty="0"/>
              <a:t>Solomon Messing</a:t>
            </a:r>
          </a:p>
          <a:p>
            <a:r>
              <a:rPr lang="en-US" dirty="0"/>
              <a:t>Afternoon</a:t>
            </a:r>
          </a:p>
          <a:p>
            <a:pPr lvl="1"/>
            <a:r>
              <a:rPr lang="en-US" dirty="0"/>
              <a:t>Lab - Get Started with R/Python</a:t>
            </a:r>
          </a:p>
        </p:txBody>
      </p:sp>
    </p:spTree>
    <p:extLst>
      <p:ext uri="{BB962C8B-B14F-4D97-AF65-F5344CB8AC3E}">
        <p14:creationId xmlns:p14="http://schemas.microsoft.com/office/powerpoint/2010/main" val="1094469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7D807-6D83-49D5-D4B6-EA80C8FFC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2 – Text (Basic)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D3E57-4113-798D-D71B-866B430D9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Morning: Text (Basic: Dictionary and Classification)</a:t>
            </a:r>
          </a:p>
          <a:p>
            <a:pPr lvl="1"/>
            <a:r>
              <a:rPr lang="en-US" dirty="0"/>
              <a:t>Nicole Marie </a:t>
            </a:r>
            <a:r>
              <a:rPr lang="en-US" dirty="0" err="1"/>
              <a:t>Klevanskaya</a:t>
            </a:r>
            <a:endParaRPr lang="en-US" dirty="0"/>
          </a:p>
          <a:p>
            <a:pPr lvl="1"/>
            <a:r>
              <a:rPr lang="en-US" dirty="0"/>
              <a:t>Raj Wahlquist</a:t>
            </a:r>
          </a:p>
          <a:p>
            <a:pPr lvl="1"/>
            <a:r>
              <a:rPr lang="en-US" dirty="0"/>
              <a:t>Sijin Chen</a:t>
            </a:r>
          </a:p>
          <a:p>
            <a:r>
              <a:rPr lang="en-US" dirty="0"/>
              <a:t>Afternoon: Lab - Text (Basic)</a:t>
            </a:r>
          </a:p>
          <a:p>
            <a:pPr lvl="1"/>
            <a:r>
              <a:rPr lang="en-US" dirty="0"/>
              <a:t>LIWC</a:t>
            </a:r>
          </a:p>
          <a:p>
            <a:pPr lvl="1"/>
            <a:r>
              <a:rPr lang="en-US" dirty="0"/>
              <a:t>Sentiment</a:t>
            </a:r>
          </a:p>
          <a:p>
            <a:pPr lvl="1"/>
            <a:r>
              <a:rPr lang="en-US" dirty="0"/>
              <a:t>Moral Foundations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Google Perspective</a:t>
            </a:r>
          </a:p>
        </p:txBody>
      </p:sp>
    </p:spTree>
    <p:extLst>
      <p:ext uri="{BB962C8B-B14F-4D97-AF65-F5344CB8AC3E}">
        <p14:creationId xmlns:p14="http://schemas.microsoft.com/office/powerpoint/2010/main" val="1991665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37F53-538B-9B76-B157-515B16182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C18D5-B6D3-6A0B-E7A0-74E69936D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3 – Text (Advanced)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F504A-8CF2-4A52-7C94-7E6E7FB49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Morning: Text (Advanced: API, Topic Modeling, Embedding, and Innovative Use)</a:t>
            </a:r>
          </a:p>
          <a:p>
            <a:pPr lvl="1"/>
            <a:r>
              <a:rPr lang="en-US" dirty="0" err="1"/>
              <a:t>Jialu</a:t>
            </a:r>
            <a:r>
              <a:rPr lang="en-US" dirty="0"/>
              <a:t> Fan</a:t>
            </a:r>
          </a:p>
          <a:p>
            <a:pPr lvl="1"/>
            <a:r>
              <a:rPr lang="en-US" dirty="0"/>
              <a:t>Jiacheng Huang</a:t>
            </a:r>
          </a:p>
          <a:p>
            <a:pPr lvl="1"/>
            <a:r>
              <a:rPr lang="en-US" dirty="0"/>
              <a:t>Michael Ofori</a:t>
            </a:r>
          </a:p>
          <a:p>
            <a:r>
              <a:rPr lang="en-US" dirty="0"/>
              <a:t>Afternoon: Lab - Text (Advanced)</a:t>
            </a:r>
          </a:p>
          <a:p>
            <a:pPr lvl="1"/>
            <a:r>
              <a:rPr lang="en-US" dirty="0"/>
              <a:t>Google Perspective</a:t>
            </a:r>
          </a:p>
          <a:p>
            <a:pPr lvl="1"/>
            <a:r>
              <a:rPr lang="en-US" dirty="0"/>
              <a:t>Topic Modeling and Innovative Use</a:t>
            </a:r>
          </a:p>
        </p:txBody>
      </p:sp>
    </p:spTree>
    <p:extLst>
      <p:ext uri="{BB962C8B-B14F-4D97-AF65-F5344CB8AC3E}">
        <p14:creationId xmlns:p14="http://schemas.microsoft.com/office/powerpoint/2010/main" val="3668696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F910A-B611-4886-C64F-D5BA53F18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53A49-5B49-A84F-6CA5-7CA4AC31D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4 –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095C4-BC54-FFF8-DDB0-76364A5BD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Morning: Networks</a:t>
            </a:r>
          </a:p>
          <a:p>
            <a:pPr lvl="1"/>
            <a:r>
              <a:rPr lang="en-US" dirty="0" err="1"/>
              <a:t>Eunsun</a:t>
            </a:r>
            <a:r>
              <a:rPr lang="en-US" dirty="0"/>
              <a:t> Kyoung</a:t>
            </a:r>
          </a:p>
          <a:p>
            <a:pPr lvl="1"/>
            <a:r>
              <a:rPr lang="en-US" dirty="0" err="1"/>
              <a:t>Dongwook</a:t>
            </a:r>
            <a:r>
              <a:rPr lang="en-US" dirty="0"/>
              <a:t> Kim</a:t>
            </a:r>
          </a:p>
          <a:p>
            <a:pPr lvl="1"/>
            <a:r>
              <a:rPr lang="en-US" dirty="0"/>
              <a:t>Rita Tang</a:t>
            </a:r>
          </a:p>
          <a:p>
            <a:r>
              <a:rPr lang="en-US" dirty="0"/>
              <a:t>Afternoon: Lab - Network</a:t>
            </a:r>
          </a:p>
          <a:p>
            <a:pPr lvl="1"/>
            <a:r>
              <a:rPr lang="en-US" dirty="0"/>
              <a:t>What Networks Could Be</a:t>
            </a:r>
          </a:p>
          <a:p>
            <a:pPr lvl="1"/>
            <a:r>
              <a:rPr lang="en-US" dirty="0"/>
              <a:t>Semantic Networks</a:t>
            </a:r>
          </a:p>
          <a:p>
            <a:pPr lvl="1"/>
            <a:r>
              <a:rPr lang="en-US" dirty="0"/>
              <a:t>Social Networks</a:t>
            </a:r>
          </a:p>
          <a:p>
            <a:pPr lvl="1"/>
            <a:r>
              <a:rPr lang="en-US" dirty="0"/>
              <a:t>Visualization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YouTube API</a:t>
            </a:r>
          </a:p>
        </p:txBody>
      </p:sp>
    </p:spTree>
    <p:extLst>
      <p:ext uri="{BB962C8B-B14F-4D97-AF65-F5344CB8AC3E}">
        <p14:creationId xmlns:p14="http://schemas.microsoft.com/office/powerpoint/2010/main" val="1668251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3A478-8282-BF02-D9C9-A4ECC91D9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C5123-A7DC-6BF2-04C4-FDA958A73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5 – The Web, Computational Infrastructure, and Innovative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3D6ED-F3A9-5CDA-1E9E-4136265EF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Morning: Lecture</a:t>
            </a:r>
          </a:p>
          <a:p>
            <a:pPr lvl="1"/>
            <a:r>
              <a:rPr lang="en-US" dirty="0"/>
              <a:t>Jikai Sun</a:t>
            </a:r>
          </a:p>
          <a:p>
            <a:pPr lvl="1"/>
            <a:r>
              <a:rPr lang="en-US" dirty="0"/>
              <a:t>Jong Won Lee</a:t>
            </a:r>
          </a:p>
          <a:p>
            <a:pPr lvl="1"/>
            <a:r>
              <a:rPr lang="en-US" dirty="0"/>
              <a:t>Shreepriya Dogra</a:t>
            </a:r>
          </a:p>
          <a:p>
            <a:r>
              <a:rPr lang="en-US" dirty="0"/>
              <a:t>Afternoon: Lab</a:t>
            </a:r>
          </a:p>
          <a:p>
            <a:pPr lvl="1"/>
            <a:r>
              <a:rPr lang="en-US" dirty="0"/>
              <a:t>Web Scraping</a:t>
            </a:r>
          </a:p>
          <a:p>
            <a:pPr lvl="1"/>
            <a:r>
              <a:rPr lang="en-US" dirty="0"/>
              <a:t>Reddit API</a:t>
            </a:r>
          </a:p>
          <a:p>
            <a:pPr lvl="1"/>
            <a:r>
              <a:rPr lang="en-US" dirty="0"/>
              <a:t>YouTube API</a:t>
            </a:r>
          </a:p>
          <a:p>
            <a:pPr lvl="1"/>
            <a:r>
              <a:rPr lang="en-US" dirty="0"/>
              <a:t>TikTok API</a:t>
            </a:r>
          </a:p>
        </p:txBody>
      </p:sp>
    </p:spTree>
    <p:extLst>
      <p:ext uri="{BB962C8B-B14F-4D97-AF65-F5344CB8AC3E}">
        <p14:creationId xmlns:p14="http://schemas.microsoft.com/office/powerpoint/2010/main" val="1352171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D6FD1-5742-25F3-CA9D-828A0063C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BEB38-7543-4091-72F2-3261E8EA2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6 – Image/Audio/Video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74F26-4A7D-F37A-053D-80DF06CF0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Morning:</a:t>
            </a:r>
          </a:p>
          <a:p>
            <a:pPr lvl="1"/>
            <a:r>
              <a:rPr lang="en-US" dirty="0" err="1"/>
              <a:t>Yingdan</a:t>
            </a:r>
            <a:r>
              <a:rPr lang="en-US" dirty="0"/>
              <a:t> Lu</a:t>
            </a:r>
          </a:p>
          <a:p>
            <a:r>
              <a:rPr lang="en-US" dirty="0"/>
              <a:t>Afternoon: Lab</a:t>
            </a:r>
          </a:p>
          <a:p>
            <a:pPr lvl="1"/>
            <a:r>
              <a:rPr lang="en-US" dirty="0" err="1"/>
              <a:t>Athec</a:t>
            </a:r>
            <a:endParaRPr lang="en-US" dirty="0"/>
          </a:p>
          <a:p>
            <a:pPr lvl="1"/>
            <a:r>
              <a:rPr lang="en-US" dirty="0"/>
              <a:t>Face++</a:t>
            </a:r>
          </a:p>
        </p:txBody>
      </p:sp>
    </p:spTree>
    <p:extLst>
      <p:ext uri="{BB962C8B-B14F-4D97-AF65-F5344CB8AC3E}">
        <p14:creationId xmlns:p14="http://schemas.microsoft.com/office/powerpoint/2010/main" val="4183803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7FA01-8291-5481-CE90-883F8DB42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58D9D-8602-6312-CDF5-77FCEB250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7 – Looking Ahead and LLM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C0819-ECD2-8F81-8EFE-D41897A46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Morning: Lecture</a:t>
            </a:r>
          </a:p>
          <a:p>
            <a:pPr lvl="1"/>
            <a:r>
              <a:rPr lang="en-US" dirty="0"/>
              <a:t>Gretchen Corcoran</a:t>
            </a:r>
          </a:p>
          <a:p>
            <a:pPr lvl="1"/>
            <a:r>
              <a:rPr lang="en-US" dirty="0"/>
              <a:t>Paulina Vergara</a:t>
            </a:r>
          </a:p>
          <a:p>
            <a:pPr lvl="1"/>
            <a:r>
              <a:rPr lang="en-US" dirty="0"/>
              <a:t>Jinny Zhang</a:t>
            </a:r>
          </a:p>
          <a:p>
            <a:r>
              <a:rPr lang="en-US" dirty="0"/>
              <a:t>Afternoon: Lab</a:t>
            </a:r>
          </a:p>
          <a:p>
            <a:pPr lvl="1"/>
            <a:r>
              <a:rPr lang="en-US" dirty="0"/>
              <a:t>Jiacheng Huang leading the lab on LLM</a:t>
            </a:r>
          </a:p>
        </p:txBody>
      </p:sp>
    </p:spTree>
    <p:extLst>
      <p:ext uri="{BB962C8B-B14F-4D97-AF65-F5344CB8AC3E}">
        <p14:creationId xmlns:p14="http://schemas.microsoft.com/office/powerpoint/2010/main" val="2627834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Started with R/Python</a:t>
            </a:r>
          </a:p>
          <a:p>
            <a:r>
              <a:rPr lang="en-US" dirty="0"/>
              <a:t>Debug</a:t>
            </a:r>
          </a:p>
          <a:p>
            <a:r>
              <a:rPr lang="en-US" dirty="0"/>
              <a:t>Install Add-On</a:t>
            </a:r>
          </a:p>
          <a:p>
            <a:endParaRPr lang="en-US" dirty="0"/>
          </a:p>
          <a:p>
            <a:r>
              <a:rPr lang="en-US" dirty="0"/>
              <a:t>Tomorrow’s Presentation</a:t>
            </a:r>
          </a:p>
          <a:p>
            <a:pPr lvl="1"/>
            <a:r>
              <a:rPr lang="en-US" dirty="0"/>
              <a:t>Nicole Marie </a:t>
            </a:r>
            <a:r>
              <a:rPr lang="en-US" dirty="0" err="1"/>
              <a:t>Klevanskaya</a:t>
            </a:r>
            <a:endParaRPr lang="en-US" dirty="0"/>
          </a:p>
          <a:p>
            <a:pPr lvl="1"/>
            <a:r>
              <a:rPr lang="en-US" dirty="0"/>
              <a:t>Raj Wahlquist</a:t>
            </a:r>
          </a:p>
          <a:p>
            <a:pPr lvl="1"/>
            <a:r>
              <a:rPr lang="en-US"/>
              <a:t>Sijin Chen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503</TotalTime>
  <Words>383</Words>
  <Application>Microsoft Macintosh PowerPoint</Application>
  <PresentationFormat>On-screen Show (4:3)</PresentationFormat>
  <Paragraphs>101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Day 1 - Intro</vt:lpstr>
      <vt:lpstr>Welcome</vt:lpstr>
      <vt:lpstr>Group</vt:lpstr>
      <vt:lpstr>Day 1 – Welcome and Get Ready</vt:lpstr>
      <vt:lpstr>Day 2 – Text (Basic)</vt:lpstr>
      <vt:lpstr>Day 3 – Text (Advanced)</vt:lpstr>
      <vt:lpstr>Day 4 – Networks</vt:lpstr>
      <vt:lpstr>Day 5 – The Web, Computational Infrastructure, and Innovative Datasets</vt:lpstr>
      <vt:lpstr>Day 6 – Image/Audio/Video</vt:lpstr>
      <vt:lpstr>Day 7 – Looking Ahead and LLM</vt:lpstr>
      <vt:lpstr>Lab Preview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Alvin Zhou</cp:lastModifiedBy>
  <cp:revision>220</cp:revision>
  <cp:lastPrinted>2025-06-01T04:45:12Z</cp:lastPrinted>
  <dcterms:created xsi:type="dcterms:W3CDTF">2013-01-27T09:14:16Z</dcterms:created>
  <dcterms:modified xsi:type="dcterms:W3CDTF">2025-06-03T15:32:51Z</dcterms:modified>
  <cp:category/>
</cp:coreProperties>
</file>